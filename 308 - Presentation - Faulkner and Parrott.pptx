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cf2b51f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6cf2b51f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deef14c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9deef14c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deef14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deef14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deef14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deef14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deef14c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deef14c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deef14c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deef14c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9deef14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9deef14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deef14c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deef14c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deef14c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deef14c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deef14c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9deef14c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deef14c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9deef14c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deef14c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9deef14c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a99ba89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a99ba89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09775"/>
            <a:ext cx="8520600" cy="15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Lake Bolsena Watershed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(Attempted)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Trey Parrott &amp; Luke Faulkner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16450" y="355800"/>
            <a:ext cx="1791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Roman &amp; Etruscan Technique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4159200" cy="16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Management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" name="Google Shape;63;p14" title="OI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3388" y="0"/>
            <a:ext cx="284061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OI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48000"/>
            <a:ext cx="31432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200875" y="2768275"/>
            <a:ext cx="5943000" cy="20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Channeling/Transportation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 title="STRM_DEM_Bolse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 title="Bolsena_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Bolsena_Sin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 title="Sinks_Fi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 title="Sinks_Dep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 title="Flow_NoSin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 title="FlowAcc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 title="Strea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 title="Stream_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 title="Stream_V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5" title="Subbasi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20">
                <a:latin typeface="Times New Roman"/>
                <a:ea typeface="Times New Roman"/>
                <a:cs typeface="Times New Roman"/>
                <a:sym typeface="Times New Roman"/>
              </a:rPr>
              <a:t>The End</a:t>
            </a:r>
            <a:endParaRPr sz="6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